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Predicting Bazel Build Times
with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C9D6F0"/>
                </a:solidFill>
                <a:latin typeface="Calibri"/>
              </a:rPr>
              <a:t>UE24CS352A Machine Learning, Mini-Project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C9D6F0"/>
                </a:solidFill>
                <a:latin typeface="Calibri"/>
              </a:rPr>
              <a:t>Team: Deepak &amp; Manaswin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C9D6F0"/>
                </a:solidFill>
                <a:latin typeface="Calibri"/>
              </a:rPr>
              <a:t>Reproducing, auditing and improving Nadeem &amp; Raza, Stanford CS229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B1B1B"/>
                </a:solidFill>
                <a:latin typeface="Calibri"/>
              </a:rPr>
              <a:t>•  Bazel is incremental: a commit only re-runs the build actions whose inputs changed, so a build costs anything from under a second to tens of seconds.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B1B1B"/>
                </a:solidFill>
                <a:latin typeface="Calibri"/>
              </a:rPr>
              <a:t>•  Task: predict the CPU time of the build that follows a commit, using only what is known before building, i.e. which files the commit changed.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B1B1B"/>
                </a:solidFill>
                <a:latin typeface="Calibri"/>
              </a:rPr>
              <a:t>•  Use: CI schedulers can batch or prioritise builds; developers are warned that a change is expensive.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B1B1B"/>
                </a:solidFill>
                <a:latin typeface="Calibri"/>
              </a:rPr>
              <a:t>•  The paper: linear regression on two categorical features (most common path prefix and file type, plus their cross) over 500 builds.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B1B1B"/>
                </a:solidFill>
                <a:latin typeface="Calibri"/>
              </a:rPr>
              <a:t>•  Our goal: reproduce it, audit it, improve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Data: 500 real Bazel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500 consecutive commits of bazelbuild/bazel (2021); each built with bazel build //src:bazel-dev, CPU time read from the Build Event Protocol.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Target: median 1.8 s, mean 4.3 s, max 44.9 s; heavily right-skewed, so we model log(CPU time).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Recovered the full list of changed files for all 500 commits from git, and actionsExecuted from the BEP files.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Split as in the paper: builds 1-300 train, 301-400 validation, 401-500 test.</a:t>
            </a:r>
          </a:p>
        </p:txBody>
      </p:sp>
      <p:pic>
        <p:nvPicPr>
          <p:cNvPr id="6" name="Picture 5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Auditing the original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•  Test bug: test_model() builds a new, untrained regressor, so every test prediction is 0 (RMSE 7,459 ms, the flat test line in the paper).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•  Substring bugs: '.c' matches .cc and .css, '.h' matches .html, '.js' matches .json; a commit with no listed type defaults to JAVA; 'tools/' matches every com/google/devtools/ path.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•  Reproduced paper model: test ρ = 0.09, no better than predicting the mean (RMSE 5,876 vs 5,807 ms).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B1B1B"/>
                </a:solidFill>
                <a:latin typeface="Calibri"/>
              </a:rPr>
              <a:t>•  Off-by-one: history was walked backwards with a warm cache, so build i re-does the work of the files changed by commit i-1, not by commit 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alignment fix: the signal 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alignment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706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B1B1B"/>
                </a:solidFill>
                <a:latin typeface="Calibri"/>
              </a:rPr>
              <a:t>•  Same features, shifted by one commit.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B1B1B"/>
                </a:solidFill>
                <a:latin typeface="Calibri"/>
              </a:rPr>
              <a:t>•  touches src/main: ρ 0.03 to 0.70.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B1B1B"/>
                </a:solidFill>
                <a:latin typeface="Calibri"/>
              </a:rPr>
              <a:t>•  only tests/docs: ρ 0.01 to -0.69.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B1B1B"/>
                </a:solidFill>
                <a:latin typeface="Calibri"/>
              </a:rPr>
              <a:t>•  Data provenance mattered more than the choice of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Features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Diff features (32): changed files per source area and per type (by real extension), log #files, log lines added/deleted, flags touches src/main, only tests/docs, touches BUILD/.bzl.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Size features (8): total and largest bytes and imports/#includes of the changed files, overall and for Java and C/C++, read from git in the state before the commit (the version the build compiles).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Models: ridge, random forest, gradient boosting (Huber loss) on log CPU time; first (cold-cache) build excluded.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Feature set and model chosen together on validation RMSLE only; test scored once.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100 test builds are few, so feature sets are also compared by paired 5-fold CV repeated 20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on the test set (builds 401-500)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8961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280160"/>
                <a:gridCol w="1280160"/>
                <a:gridCol w="91440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RMSE ms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MAE ms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ρ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AUC &gt; 5 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Paper's test code (untrained)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7,459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Predict training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5,807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4,352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Paper model reproduced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5,876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4,394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0.09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Diff features, paper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6,362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3,822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Diff features, fixed alignment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4,954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2,744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0.85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A78D6"/>
                          </a:solidFill>
                        </a:rPr>
                        <a:t>+ size features (final)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5,143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2,811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The final model cuts MAE by 36% against the paper's model and flags builds over 5 s with AUC 0.83.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Validation chose the size features; on these 100 test builds they are slightly behind diff-only, a gap well inside the fold-to-fold spread (next slide).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Cross-validation: the size features help 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5-fold CV, 499 builds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RMSE ms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ρ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Paper features (SGD)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5,315 ± 728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</a:rPr>
                        <a:t>Diff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4,709 ± 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B1B1B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A78D6"/>
                          </a:solidFill>
                        </a:rPr>
                        <a:t>+ size features (final)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4,210 ± 701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</a:rPr>
                        <a:t>0.80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ize_features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576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Paired on identical folds (20 x 5): RMSLE -0.040, RMSE -468 ms, ρ +0.027.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Better in 95% of 100 folds and in 20 of 20 repetitions.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1B1B"/>
                </a:solidFill>
                <a:latin typeface="Calibri"/>
              </a:rPr>
              <a:t>•  Before and after file state give the same 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Do hand-built cost estimates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proxy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675120" cy="3560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32588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Two proxies from a companion project that mined all 47k Bazel commits, where no real build time exists.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A: fixed language and directory weights, ρ 0.66.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B: fitted on measured javac/g++ compile times, ρ 0.53.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Both lose to one learned feature, files in src/main/java (ρ 0.72), and do not help as model inputs.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drives CPU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cpu_vs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60720" cy="3686861"/>
          </a:xfrm>
          <a:prstGeom prst="rect">
            <a:avLst/>
          </a:prstGeom>
        </p:spPr>
      </p:pic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577840" cy="3792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CPU time tracks the number of actions Bazel re-runs (ρ 0.92); 149 builds re-ran a single action.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Which area a change touches matters most; how large the changed files are adds a smaller, consistent 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demo: src/predict.py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3840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$ python src/predict.py --row 407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Predicted CPU time :     6572 ms  -&gt; EXPENSIVE (large part of the graph rebuilds)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Actual CPU time    :    27056 ms  -&gt; EXPENSIVE (large part of the graph rebuilds)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$ python src/predict.py --row 415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Predicted CPU time :      544 ms  -&gt; CHEAP   (near no-op rebuild)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Actual CPU time    :      594 ms  -&gt; CHEAP   (near no-op rebuild)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$ python src/predict.py --files site/docs/install.md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6E6F0"/>
                </a:solidFill>
                <a:latin typeface="Consolas"/>
              </a:rPr>
              <a:t>Predicted CPU time :      707 ms  -&gt; CHEAP   (near no-op rebuild)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 Also works on a real commit: --repo &lt;bazel clone&gt; --commit &lt;sha&gt; (computes size features from git).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 With only a file list the sizes are unknown, so it says so and uses the diff-features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The paper's model has no signal; three bugs and an off-by-one alignment explain why.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Fixed alignment + richer features: test ρ 0.81, MAE 36% lower, CV ρ 0.80.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Size and dependency features of the changed files give a consistent gain in paired CV.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Hand-built cost formulas are weaker than learned features.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Limitations: 500 builds, one machine, one target; 100 test builds cannot separate models a few percent apart; the largest rebuilds are under-predicted.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 Next: reverse-dependency counts from bazel query 'rdeps(...)', and more builds.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Who did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A78D6"/>
                </a:solidFill>
                <a:latin typeface="Calibri"/>
              </a:rPr>
              <a:t>Deepak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Recovered the 500 commit diffs and BEP metrics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Audit: test bug, substring bugs, off-by-one alignment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Diff features, SGD re-implementation, models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Training pipeline, figures, demo CLI, first write-up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A78D6"/>
                </a:solidFill>
                <a:latin typeface="Calibri"/>
              </a:rPr>
              <a:t>Manaswin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Size and dependency features (scripts/size_features.py)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Companion project: 47k-commit mining and two cost proxies, incl. measured compile-time calibration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Proxy validation, paired repeated CV, joint feature-set selection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•  Demo support for size features; updated README, write-up and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